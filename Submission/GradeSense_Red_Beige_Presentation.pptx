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687b10ba724ced" /><Relationship Type="http://schemas.openxmlformats.org/officeDocument/2006/relationships/extended-properties" Target="/docProps/app.xml" Id="Re7865f56098b4521" /><Relationship Type="http://schemas.openxmlformats.org/officeDocument/2006/relationships/officeDocument" Target="/ppt/presentation.xml" Id="Ree39923b43e84b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d3db8eefd47a0"/>
  </p:sldMasterIdLst>
  <p:notesMasterIdLst>
    <p:notesMasterId xmlns:r="http://schemas.openxmlformats.org/officeDocument/2006/relationships" r:id="R0ede3eb43c1348fd"/>
  </p:notesMasterIdLst>
  <p:sldIdLst>
    <p:sldId xmlns:r="http://schemas.openxmlformats.org/officeDocument/2006/relationships" id="256" r:id="R39a9534760244be7"/>
    <p:sldId xmlns:r="http://schemas.openxmlformats.org/officeDocument/2006/relationships" id="257" r:id="Ra9d840c82d2f45df"/>
    <p:sldId xmlns:r="http://schemas.openxmlformats.org/officeDocument/2006/relationships" id="258" r:id="Rd9012de54fad4be3"/>
    <p:sldId xmlns:r="http://schemas.openxmlformats.org/officeDocument/2006/relationships" id="259" r:id="Rb0d4e420b7d04927"/>
    <p:sldId xmlns:r="http://schemas.openxmlformats.org/officeDocument/2006/relationships" id="260" r:id="R5af4d7ef5f2f478b"/>
    <p:sldId xmlns:r="http://schemas.openxmlformats.org/officeDocument/2006/relationships" id="261" r:id="R31674e1ce9dc4c43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c5f5b76eec475d" /><Relationship Type="http://schemas.openxmlformats.org/officeDocument/2006/relationships/slideMaster" Target="/ppt/slideMasters/slideMaster1.xml" Id="R5abd3db8eefd47a0" /><Relationship Type="http://schemas.openxmlformats.org/officeDocument/2006/relationships/notesMaster" Target="/ppt/notesMasters/notesMaster1.xml" Id="R0ede3eb43c1348fd" /><Relationship Type="http://schemas.openxmlformats.org/officeDocument/2006/relationships/presProps" Target="/ppt/presProps.xml" Id="R05c674acad0043d7" /><Relationship Type="http://schemas.openxmlformats.org/officeDocument/2006/relationships/tableStyles" Target="/ppt/tableStyles.xml" Id="Rbf30e6a1305c43c9" /><Relationship Type="http://schemas.openxmlformats.org/officeDocument/2006/relationships/slide" Target="/ppt/slides/slide1.xml" Id="R39a9534760244be7" /><Relationship Type="http://schemas.openxmlformats.org/officeDocument/2006/relationships/slide" Target="/ppt/slides/slide2.xml" Id="Ra9d840c82d2f45df" /><Relationship Type="http://schemas.openxmlformats.org/officeDocument/2006/relationships/slide" Target="/ppt/slides/slide3.xml" Id="Rd9012de54fad4be3" /><Relationship Type="http://schemas.openxmlformats.org/officeDocument/2006/relationships/slide" Target="/ppt/slides/slide4.xml" Id="Rb0d4e420b7d04927" /><Relationship Type="http://schemas.openxmlformats.org/officeDocument/2006/relationships/slide" Target="/ppt/slides/slide5.xml" Id="R5af4d7ef5f2f478b" /><Relationship Type="http://schemas.openxmlformats.org/officeDocument/2006/relationships/slide" Target="/ppt/slides/slide6.xml" Id="R31674e1ce9dc4c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7b33c5db4e43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0aa127d7494f6c" /><Relationship Type="http://schemas.openxmlformats.org/officeDocument/2006/relationships/notesMaster" Target="/ppt/notesMasters/notesMaster1.xml" Id="Rd6e7bbfa7eee44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90e86bc6e4f50" /><Relationship Type="http://schemas.openxmlformats.org/officeDocument/2006/relationships/notesMaster" Target="/ppt/notesMasters/notesMaster1.xml" Id="Rd333b692b3e044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0a9cd023ce4ec6" /><Relationship Type="http://schemas.openxmlformats.org/officeDocument/2006/relationships/notesMaster" Target="/ppt/notesMasters/notesMaster1.xml" Id="Ra613e1dfc82142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64a3807d3b4f69" /><Relationship Type="http://schemas.openxmlformats.org/officeDocument/2006/relationships/notesMaster" Target="/ppt/notesMasters/notesMaster1.xml" Id="Rab3fcf68fb884a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4d83787e424022" /><Relationship Type="http://schemas.openxmlformats.org/officeDocument/2006/relationships/notesMaster" Target="/ppt/notesMasters/notesMaster1.xml" Id="Rf1c220b1893e44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9539d9dbbf4b96" /><Relationship Type="http://schemas.openxmlformats.org/officeDocument/2006/relationships/notesMaster" Target="/ppt/notesMasters/notesMaster1.xml" Id="Rbc4e53e52ab947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README.md.</a:t>
            </a:r>
          </a:p>
          <a:p xmlns:a="http://schemas.openxmlformats.org/drawingml/2006/main">
            <a:r>
              <a:t>The official Honeywell problem-statement ID and exact title were not present in the supplied files; the slide flags this rather than inventing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README.md and docs/DEMO_GUIDE.md.</a:t>
            </a:r>
          </a:p>
          <a:p xmlns:a="http://schemas.openxmlformats.org/drawingml/2006/main">
            <a:r>
              <a:t>Benefits are capability statements, not quantified plant ROI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docs/SYSTEM_ARCHITECTURE.md, docs/MODEL_OVERVIEW.md, backend/app, and frontend/src.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assets: user-supplied GradeSense screenshots and docs/screenshots/simulator.png, docs/screenshots/model-registry.png.</a:t>
            </a:r>
          </a:p>
          <a:p xmlns:a="http://schemas.openxmlformats.org/drawingml/2006/main">
            <a:r>
              <a:t>No external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models/grade_transition_model.joblib and models/basis_weight_forecast.joblib.</a:t>
            </a:r>
          </a:p>
          <a:p xmlns:a="http://schemas.openxmlformats.org/drawingml/2006/main">
            <a:r>
              <a:t>Validated metrics: crossing ROC-AUC 0.920313; mean trajectory MAE 1.388263; stabilization R2 0.9622; 2,544 validation windows.</a:t>
            </a:r>
          </a:p>
          <a:p xmlns:a="http://schemas.openxmlformats.org/drawingml/2006/main">
            <a:r>
              <a:t>Business benefits are directional opportunities; no plant ROI has been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GITHUB REPOSITORY: https://github.com/bhavukm007/GradeSense</a:t>
            </a:r>
          </a:p>
          <a:p xmlns:a="http://schemas.openxmlformats.org/drawingml/2006/main">
            <a:r>
              <a:t>LIVE DEPLOYMENT: https://gradesense-4weh.onrender.com/</a:t>
            </a:r>
          </a:p>
          <a:p xmlns:a="http://schemas.openxmlformats.org/drawingml/2006/main">
            <a:r>
              <a:t>DEMO VIDEO: https://drive.google.com/file/d/1rCr3CzuCit0O029VzyxIhHoR1lv9E93E/view?usp=sharing</a:t>
            </a:r>
          </a:p>
          <a:p xmlns:a="http://schemas.openxmlformats.org/drawingml/2006/main">
            <a:r>
              <a:t>Technology references are the official project names used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f8493f41446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0e7c8db263429c" /><Relationship Type="http://schemas.openxmlformats.org/officeDocument/2006/relationships/slideLayout" Target="/ppt/slideLayouts/slideLayout1.xml" Id="Rf73e643331d54b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e643331d54b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ef18580f84e43" /><Relationship Type="http://schemas.openxmlformats.org/officeDocument/2006/relationships/notesSlide" Target="/ppt/notesSlides/notesSlide1.xml" Id="R73bbf81477e84d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648de736041ca" /><Relationship Type="http://schemas.openxmlformats.org/officeDocument/2006/relationships/notesSlide" Target="/ppt/notesSlides/notesSlide2.xml" Id="R69a2933214a042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efa39861445bc" /><Relationship Type="http://schemas.openxmlformats.org/officeDocument/2006/relationships/notesSlide" Target="/ppt/notesSlides/notesSlide3.xml" Id="R2239d12be7b845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1435593ed4625" /><Relationship Type="http://schemas.openxmlformats.org/officeDocument/2006/relationships/image" Target="/ppt/media/image.png" Id="R3d0c6e32907e4b29" /><Relationship Type="http://schemas.openxmlformats.org/officeDocument/2006/relationships/image" Target="/ppt/media/image2.png" Id="Rf1dbac6fcabe49a1" /><Relationship Type="http://schemas.openxmlformats.org/officeDocument/2006/relationships/image" Target="/ppt/media/image.jpeg" Id="R8a20553471c6416d" /><Relationship Type="http://schemas.openxmlformats.org/officeDocument/2006/relationships/image" Target="/ppt/media/image2.jpeg" Id="R54189fd64cea493f" /><Relationship Type="http://schemas.openxmlformats.org/officeDocument/2006/relationships/notesSlide" Target="/ppt/notesSlides/notesSlide4.xml" Id="R567c2dfc971048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4eb9c8325402c" /><Relationship Type="http://schemas.openxmlformats.org/officeDocument/2006/relationships/notesSlide" Target="/ppt/notesSlides/notesSlide5.xml" Id="R1f4e016cd5c046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9adabbce34f61" /><Relationship Type="http://schemas.openxmlformats.org/officeDocument/2006/relationships/notesSlide" Target="/ppt/notesSlides/notesSlide6.xml" Id="R68aa3022e60b4e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FD66E-0247-4387-AFA7-AE2E8ECA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GRADESENSE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064AD-A8FB-477D-8E71-9DE77418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25D"/>
                </a:solidFill>
                <a:latin typeface="Arial"/>
                <a:ea typeface="Arial"/>
                <a:cs typeface="Arial"/>
              </a:rPr>
              <a:t>INDUSTRIAL AI / SMART MANUFACTURING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5BD2D-9A26-448B-B8FC-1311385E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28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HONEYWELL HACKATHON  ·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2FF92-2BAD-413E-A428-98A3C4B8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AI-POWERED INTELLIGENT PROCESS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A61E9-9897-4B27-AD77-EB601445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667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GRADE</a:t>
            </a:r>
          </a:p>
          <a:p xmlns:a="http://schemas.openxmlformats.org/drawingml/2006/main">
            <a:pPr algn="l">
              <a:defRPr sz="61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D8F86-CD88-452F-A591-34E821EC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Predict quality. Explain risk. Recommend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24168-AA8C-4796-9C11-CB0DAFC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90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F625D"/>
                </a:solidFill>
                <a:latin typeface="Arial"/>
                <a:ea typeface="Arial"/>
                <a:cs typeface="Arial"/>
              </a:rPr>
              <a:t>An AI-assisted manufacturing intelligence platform that predicts product quality in real time and recommends safe process adjustments before defects occur.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82E07-8E25-48E7-AD88-0B1ADCE6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914400"/>
            <a:ext cx="4524375" cy="50958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C4554-558E-4652-9CA0-19A243B7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1B9C5-3EAF-4367-94F8-4D51A6AE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43125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6018F-5892-4AF6-8D91-76663A1F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6CB76-4FF6-461D-AFED-832F8166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81375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AF886-5127-4231-B194-B4905DA2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2470C-2C10-40AD-AA3B-A114925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48250"/>
            <a:ext cx="3762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HUMAN-IN-THE-LOOP · REAL-TIME · TRACEABLE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ECF74-A43D-4404-951B-019FB5CA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DC5FC-2238-44A1-945A-1E08F3C5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BHAVUK MAHAJAN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A1883-BE57-4963-9435-9BD27BB9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25D"/>
                </a:solidFill>
                <a:latin typeface="Arial"/>
                <a:ea typeface="Arial"/>
                <a:cs typeface="Arial"/>
              </a:rPr>
              <a:t>Candidate ID 20484629  ·  Category: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7F3FE-1E0C-4916-90CD-A35B7BCF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647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Honeywell Hackathon · Industrial AI / Smart Manufacturing</a:t>
            </a:r>
          </a:p>
        </p:txBody>
      </p:sp>
    </p:spTree>
    <p:extLst>
      <p:ext uri="{BB962C8B-B14F-4D97-AF65-F5344CB8AC3E}">
        <p14:creationId xmlns:p14="http://schemas.microsoft.com/office/powerpoint/2010/main" val="797656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7CA0AC-2CE2-41EF-AE75-A37A66F5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GRADESENSE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1A3C2-39FD-4800-B6FF-EE3059E4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25D"/>
                </a:solidFill>
                <a:latin typeface="Arial"/>
                <a:ea typeface="Arial"/>
                <a:cs typeface="Arial"/>
              </a:rPr>
              <a:t>PROBLEM +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D9841-4DD7-41D9-B507-06DD2680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28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HONEYWELL HACKATHON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8E7EE-FCF6-45B1-9400-F59D9E8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Quality decisions arrive too 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6E131-3013-41D2-84DC-4FB990E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CURRENT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8DE51-7FEE-47D6-8D16-7FF00EB4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5238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1D0C3-5170-4184-B028-E497727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7BC6B-D6A3-4603-8A0F-A5BD72F9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47925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Watch hundreds of changing sensor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0FC29-F4EE-4739-A816-C7570F4F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3D009-3BF9-44E8-A29B-A5A86718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Detect drift after quality moves off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9E44A-ABB1-4B31-8F09-AD6727ED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5591C-A829-4885-A9DA-A04A0EF9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05225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Rely on experience to choose an adjustment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2CB72-02E0-4F04-9047-9F1A0C2E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6E638-40A8-405B-8BB3-93D9737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Inspect output and absorb waste or rework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E9F91-E1EA-465E-8933-5FA8B0C2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097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GRADESENSE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A59B1-144B-49DE-A77D-0AA4B584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5953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471CA-A37F-489F-BAD3-111282F9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0030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A1AB8-F2B1-4E8F-AE56-F61D8881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EFE6"/>
                </a:solidFill>
                <a:latin typeface="Arial"/>
                <a:ea typeface="Arial"/>
                <a:cs typeface="Arial"/>
              </a:rPr>
              <a:t>Continuous process stream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A539F-102F-48EC-899E-F7DFDE57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2895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4C881-51D2-4D89-AB2E-615976D8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EFE6"/>
                </a:solidFill>
                <a:latin typeface="Arial"/>
                <a:ea typeface="Arial"/>
                <a:cs typeface="Arial"/>
              </a:rPr>
              <a:t>Quality, risk, stabilization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FE349-6D96-4D78-B110-779AC655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E7E60-C0D5-4821-9F9D-DCBF8CED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576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EFE6"/>
                </a:solidFill>
                <a:latin typeface="Arial"/>
                <a:ea typeface="Arial"/>
                <a:cs typeface="Arial"/>
              </a:rPr>
              <a:t>Drivers, confidence, drift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FD8C3-DB90-4311-9B7C-B9435E39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8625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CA4FC-85D4-43E2-8291-9BB95A44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EFE6"/>
                </a:solidFill>
                <a:latin typeface="Arial"/>
                <a:ea typeface="Arial"/>
                <a:cs typeface="Arial"/>
              </a:rPr>
              <a:t>Safe set-point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28AF5-E9F4-427E-B128-3E8EAB83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A181E-564E-4EF0-BB51-C7B493CB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4BE6C-5DCB-4132-995E-017253EB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1150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BEFORE DEFECTS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B47A8-7C42-48C6-A1FD-87BC09C7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9600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5FFDC-FB9D-4BD0-996C-4E26644C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1150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ACTION, NOT ALERTS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435CAD-E872-4FEB-9628-1783D9DF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096000"/>
            <a:ext cx="2476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FC0DD9-2566-4678-9F87-588A534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115050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EXPLAINED DECISIONS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CDADB7-38AC-4CCA-822A-C510C82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0"/>
            <a:ext cx="2476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FAE44E-FF5E-4837-9690-ABE48E2F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115050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CONTINUOUS LEARNING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BDFD1E-C9FE-4CD7-8145-8C19C014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09600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DD71A3-89E8-4B1A-9092-42A8964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61150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OPERATOR CONTROL</a:t>
            </a:r>
          </a:p>
        </p:txBody>
      </p:sp>
    </p:spTree>
    <p:extLst>
      <p:ext uri="{BB962C8B-B14F-4D97-AF65-F5344CB8AC3E}">
        <p14:creationId xmlns:p14="http://schemas.microsoft.com/office/powerpoint/2010/main" val="1884926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F683A8-9B2D-4237-902C-BFCDE25F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GRADESENSE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D102C-B18C-465A-A638-DD9DE16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25D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56761-DC97-4D11-BE40-1DBEC381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28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HONEYWELL HACKATHON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2F6BA-45C6-42EA-A9CB-849BE6E1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One governed path from sensor 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A2F51-57E1-45F4-A298-67AE3422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0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B2BA9-9E9D-4B09-9C27-8331AA8F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43225"/>
            <a:ext cx="123825" cy="1238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9E74C-B944-4470-9D37-140E2A5C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7AE9E-FBA4-41F9-8BDD-AE173AA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43225"/>
            <a:ext cx="123825" cy="1238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2F5D6-6D8A-4840-8A00-5ED82348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0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7ACD4-CAB9-4C58-968A-3BF2B8FF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43225"/>
            <a:ext cx="123825" cy="1238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636B3-16CC-4DE7-ACED-5A01CDF3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3697C-E24D-46B6-A1C2-1EDBF972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43225"/>
            <a:ext cx="123825" cy="1238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893BD-E41E-4EDD-9185-5B66D145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00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8B2DD-6C6A-43C5-A452-C5A1D18A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943225"/>
            <a:ext cx="123825" cy="1238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7A6C8-27C3-4294-8800-6957CDC7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762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B80F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F81B5-EB0E-4110-9D18-68F99081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765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428E8-C71C-431C-AA6C-A248EAF4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D5481-6234-4960-BC8D-2A3ED6A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38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25D"/>
                </a:solidFill>
                <a:latin typeface="Arial"/>
                <a:ea typeface="Arial"/>
                <a:cs typeface="Arial"/>
              </a:rPr>
              <a:t>Live process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62980-79F9-43C7-8263-521B7C83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1762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B80F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A890E-FC5E-4466-A0C9-D027CDF0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0A2C5-CBB0-46DE-8823-2C47EFAF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06BE8-2F07-49F6-9172-A8507392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25D"/>
                </a:solidFill>
                <a:latin typeface="Arial"/>
                <a:ea typeface="Arial"/>
                <a:cs typeface="Arial"/>
              </a:rPr>
              <a:t>Validate + engineer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65C48-5606-4240-B9C8-1D152DD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33625"/>
            <a:ext cx="1762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19050">
            <a:solidFill>
              <a:srgbClr val="B80F3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8F97D-94DF-43B5-85BD-C0DA64B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765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FA968-734A-4668-AC18-734735CE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57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46995-47AE-4655-BA43-ED4A5A55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38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5EFE6"/>
                </a:solidFill>
                <a:latin typeface="Arial"/>
                <a:ea typeface="Arial"/>
                <a:cs typeface="Arial"/>
              </a:rPr>
              <a:t>Snapshot + forecast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1273E-B6FA-438F-B958-C62E270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762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B80F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DF4DE-9A7C-4009-A2FE-50C591F1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22DDFA-FA31-42C2-B216-71C8A5A7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AB4AA6-155E-4863-A925-27F740B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38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25D"/>
                </a:solidFill>
                <a:latin typeface="Arial"/>
                <a:ea typeface="Arial"/>
                <a:cs typeface="Arial"/>
              </a:rPr>
              <a:t>Drivers +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2CA064-095E-4FFA-9989-5850A7FE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1762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19050">
            <a:solidFill>
              <a:srgbClr val="B80F3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081AF9-DEC4-408B-8B1E-CFB7884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765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4F64D8-B7FB-4631-9843-27148707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57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621599-F0EB-4262-8C8C-F03AD954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38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5EFE6"/>
                </a:solidFill>
                <a:latin typeface="Arial"/>
                <a:ea typeface="Arial"/>
                <a:cs typeface="Arial"/>
              </a:rPr>
              <a:t>Constrain + simulate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8A9133-41D2-4309-ADFC-279B9C0C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33625"/>
            <a:ext cx="1762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B80F3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3BC4D3-E35B-49C9-BF46-AF24AD95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765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2ABC77-9A14-4491-BF21-2A2723E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857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8A8EDC-327F-4610-89A9-93336D99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38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25D"/>
                </a:solidFill>
                <a:latin typeface="Arial"/>
                <a:ea typeface="Arial"/>
                <a:cs typeface="Arial"/>
              </a:rPr>
              <a:t>Decide + learn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F9E68C-2355-4CCA-9ABB-E69571E8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83BAD7-6EE7-4436-9AC3-7A089FB3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2282D7-3EFB-4F6F-B865-1BCAFFB4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24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React · TypeScript · Vite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BA72B9-751E-4845-8224-F6234BB7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101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88709E-C3E4-469A-922D-614073B0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24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FastAPI · Python · SQLAlchemy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AF1ED7-F183-4D2C-AD56-4A78F248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101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ML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29B298-8474-4037-8DE6-63FBD814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24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Scikit-learn · Pandas · NumPy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B63481-E30F-418D-A483-406000F6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101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REAL TIME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2C52D5-7321-415B-A1F3-511DCAF8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24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REST APIs · WebSockets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6FAB4E-6252-45D3-AAFC-6F53554F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8101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85A1B2-ADE3-4A72-B015-180EA55D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24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Docker · Render · PostgreSQL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54E0CC-14A0-4A74-84F9-0431D0A7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209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5C5950-BC64-4EF5-BA54-BA4A45F5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LIVE MONITORING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F63DFA-B11A-4F31-B9D6-4598D84E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483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PREDICTIVE ANALYTICS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D4CF94-73AF-4A4A-A48F-AE527831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0483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EXPLAINABLE AI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E267D2-B323-4117-9775-E14EA989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483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RANKED ACTIONS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C5495D-D65E-464C-B6C5-01E3F9F9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0483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AUDIT + HISTORY</a:t>
            </a:r>
          </a:p>
        </p:txBody>
      </p:sp>
    </p:spTree>
    <p:extLst>
      <p:ext uri="{BB962C8B-B14F-4D97-AF65-F5344CB8AC3E}">
        <p14:creationId xmlns:p14="http://schemas.microsoft.com/office/powerpoint/2010/main" val="189811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B728B-2E9B-499E-9849-A20081C3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GRADESENSE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383BB-AD39-4809-B00E-21291CE9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25D"/>
                </a:solidFill>
                <a:latin typeface="Arial"/>
                <a:ea typeface="Arial"/>
                <a:cs typeface="Arial"/>
              </a:rPr>
              <a:t>SOLUTION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C16BF-0EF9-4530-8A44-2B563F39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28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HONEYWELL HACKATHON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DC782-E13C-427C-9808-B7EE21F8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The closed loop is already working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c6e32907e4b29"/>
          <a:stretch xmlns:a="http://schemas.openxmlformats.org/drawingml/2006/main"/>
        </p:blipFill>
        <p:spPr>
          <a:xfrm xmlns:a="http://schemas.openxmlformats.org/drawingml/2006/main">
            <a:off x="1324697" y="1666875"/>
            <a:ext cx="4494357" cy="2428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bac6fcabe49a1"/>
          <a:stretch xmlns:a="http://schemas.openxmlformats.org/drawingml/2006/main"/>
        </p:blipFill>
        <p:spPr>
          <a:xfrm xmlns:a="http://schemas.openxmlformats.org/drawingml/2006/main">
            <a:off x="7843654" y="1666875"/>
            <a:ext cx="4600942" cy="2428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0553471c6416d"/>
          <a:stretch xmlns:a="http://schemas.openxmlformats.org/drawingml/2006/main"/>
        </p:blipFill>
        <p:spPr>
          <a:xfrm xmlns:a="http://schemas.openxmlformats.org/drawingml/2006/main">
            <a:off x="1793875" y="4524375"/>
            <a:ext cx="35560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89fd64cea493f"/>
          <a:stretch xmlns:a="http://schemas.openxmlformats.org/drawingml/2006/main"/>
        </p:blipFill>
        <p:spPr>
          <a:xfrm xmlns:a="http://schemas.openxmlformats.org/drawingml/2006/main">
            <a:off x="8366125" y="4524375"/>
            <a:ext cx="35560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D6DF4-7412-4444-8E81-EFFAD1F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LIVE SIGNALS + EARLY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5CB61-E3E4-4F75-A6F1-EE539CB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4812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EXPLAINED, RANKED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4396E-C60E-4F6F-8E6A-ACD9FEB7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WHAT-IF BEFORE APPLYING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F3D30-52C5-4053-81BD-31A78003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96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VERSIONED + AUDITABLE</a:t>
            </a:r>
          </a:p>
        </p:txBody>
      </p:sp>
    </p:spTree>
    <p:extLst>
      <p:ext uri="{BB962C8B-B14F-4D97-AF65-F5344CB8AC3E}">
        <p14:creationId xmlns:p14="http://schemas.microsoft.com/office/powerpoint/2010/main" val="2104606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9FB5C1-EC3F-4375-9EF4-6843D770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GRADESENSE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E00C0-2DC9-414D-90AE-690B94D3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25D"/>
                </a:solidFill>
                <a:latin typeface="Arial"/>
                <a:ea typeface="Arial"/>
                <a:cs typeface="Arial"/>
              </a:rPr>
              <a:t>FEASIBILITY +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2525C-4523-468E-A743-F3481D95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28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HONEYWELL HACKATHON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F155A-3EF8-4BAC-BBEA-418F5308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Built to deploy - designed to earn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0398C-55A0-47B8-A4C7-D6A015FD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0.920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25435-8881-4A43-8EFB-BFBD025A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61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Crossing ROC-AUC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95F96-B1A6-4D38-884C-A3366E4E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C34E6-9F33-404A-B8A6-9BFCB320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1.388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9CD76-F77D-42C3-BB7F-FCA6217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81250"/>
            <a:ext cx="261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Trajectory MAE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B14F9-5B80-4383-9F79-434F309E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8130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0212A-192A-4491-BE0A-298D3C48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6212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01577-2152-4DC1-9A7B-D7437A02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81250"/>
            <a:ext cx="261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Stabilization R²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94185-AE11-41EA-B44D-80DDFF2C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8130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2C5D3-C25B-4648-9C7F-B838CEAA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6212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2,544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1FC0B-A705-4DE6-A6F9-50EDC01D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261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1515"/>
                </a:solidFill>
                <a:latin typeface="Arial"/>
                <a:ea typeface="Arial"/>
                <a:cs typeface="Arial"/>
              </a:rPr>
              <a:t>Held-out windows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21C88-E016-4A17-A918-8E4F75E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8130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0F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57B8C-FE33-4276-A849-4BE6D517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TECHNICALLY FEASIBLE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2143C-37F0-47A3-A6DA-2523C81E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D0AB3-D18E-48FF-B881-3D58C3A3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81000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Cloud deployed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10416-24DC-49CA-AC90-E6F8D6FF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00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4C7CA-3C79-4E90-AF3C-0B6ACF6A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1005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API-driven modules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A80A2-7F73-4CE1-A304-51060A99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01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71DB2-8952-476A-885A-2F159A73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1010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Real-time WebSockets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1D3F9-F66E-4A1B-80E0-B5F4303C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2E325-70E2-4DB8-8113-A38DFFD7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1015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Dockerized services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D16136-4CD6-4672-BA6A-7EC79E6B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9E976-A6BF-4ED2-9D70-57D0BAEC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020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Versioned model registry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1971E-EBE6-4BFE-AFE0-B3606DD8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BUSINESS VALUE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662DC-9FD1-46AB-B87B-3B52ADC5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8EB8E-57AB-4489-98D5-4BE55DFF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00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Earlier intervention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C70803-92A0-4682-8C6A-092A8774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2DD294-AAD1-4B49-8AFA-64E399FD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1005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Faster operator decisions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5D5DA-F059-414E-8067-205146CC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CED3F0-2AAB-4C9F-8AB3-053A5E8A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101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Lower rejection opportunity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06B98B-4A6D-4840-8283-D7E1942D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01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D5A1B1-6CC6-485E-A336-4BE2A348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Improved process stability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96E4B5-F824-4354-A4B0-4691C93C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CE948A-6EF8-4677-A091-484CB124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102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Higher trust through XAI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2D1981-7C63-4CB6-B4AC-E184C8B6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38100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BB4758-26F0-4B66-854E-41703B97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71875"/>
            <a:ext cx="3095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WHY GRADESENSE?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A4B116-61BB-4DAB-A79D-60C69182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48125"/>
            <a:ext cx="3095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PREDICT</a:t>
            </a:r>
          </a:p>
          <a:p xmlns:a="http://schemas.openxmlformats.org/drawingml/2006/main">
            <a:pPr algn="ctr">
              <a:defRPr sz="1725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725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EXPLAIN</a:t>
            </a:r>
          </a:p>
          <a:p xmlns:a="http://schemas.openxmlformats.org/drawingml/2006/main">
            <a:pPr algn="ctr">
              <a:defRPr sz="1725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725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RECOMMEND</a:t>
            </a:r>
          </a:p>
          <a:p xmlns:a="http://schemas.openxmlformats.org/drawingml/2006/main">
            <a:pPr algn="ctr">
              <a:defRPr sz="1725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725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FFDAFE-1F93-459C-A773-22A2BDA3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953125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One unified industrial decision-support platform.</a:t>
            </a:r>
          </a:p>
        </p:txBody>
      </p:sp>
    </p:spTree>
    <p:extLst>
      <p:ext uri="{BB962C8B-B14F-4D97-AF65-F5344CB8AC3E}">
        <p14:creationId xmlns:p14="http://schemas.microsoft.com/office/powerpoint/2010/main" val="584504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E46482-A8AF-4450-A073-E3E50AA9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GRADESENSE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72312-4D56-41C9-8A71-AFCB3DDA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25D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1FBD9-FDA8-4E65-8BBF-5D60F858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28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HONEYWELL HACKATHON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D189F-2385-4A4E-B405-A1D547BF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Explore the working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36F34-B343-4AC0-AA9D-8054278A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8715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19050">
            <a:solidFill>
              <a:srgbClr val="B80F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EA498-CF02-4E20-9937-420EB62C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GITHUB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0A3B3-730D-409E-B28A-B070D25A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561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EFE6"/>
                </a:solidFill>
                <a:latin typeface="Arial"/>
                <a:ea typeface="Arial"/>
                <a:cs typeface="Arial"/>
              </a:rPr>
              <a:t>https://github.com/bhavukm007/GradeSense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18405-0271-4609-BC3A-20B30AAE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8715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B80F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2CF6C-5DDF-4E5C-BD8F-1F3F35A3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LIVE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BB752-CA21-4ED7-ABC0-999778F1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24175"/>
            <a:ext cx="561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https://gradesense-4weh.onrender.com/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441F9-4E62-4151-BFDB-EBB639A2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8715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B80F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73047-B156-41FB-8999-A46D14CE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DEMO VIDEO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C114B-24E2-4DE2-AFDC-19AD6B77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561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151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1515"/>
                </a:solidFill>
                <a:latin typeface="Arial"/>
                <a:ea typeface="Arial"/>
                <a:cs typeface="Arial"/>
              </a:rPr>
              <a:t>https://drive.google.com/file/d/1rCr3CzuCit0O029VzyxIhHoR1lv9E93E/view?usp=sharing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DCE26-8DE4-4B6D-AEF9-2E363D5F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0F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0F36"/>
                </a:solidFill>
                <a:latin typeface="Arial"/>
                <a:ea typeface="Arial"/>
                <a:cs typeface="Arial"/>
              </a:rPr>
              <a:t>TECHNOLOGY REFERENCES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1C896-C0A8-43CA-96B7-71806DB4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2524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9534E-E282-45FF-BDEA-6B4C96C3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52675"/>
            <a:ext cx="2409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52581-4394-4CA5-BA69-E0D1BF72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90825"/>
            <a:ext cx="2524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4E360-57A4-4F4E-8F88-5A05A632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9875"/>
            <a:ext cx="2409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3AD8A-2F1E-496E-977B-8A452CF9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48025"/>
            <a:ext cx="2524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88EAF-8E74-4EC0-9302-1BA0BFD1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67075"/>
            <a:ext cx="2409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A71E2-F026-4C1B-B5FA-E5F96B7A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05225"/>
            <a:ext cx="2524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B8663-9B52-4CBA-A1FF-A58375F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24275"/>
            <a:ext cx="2409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A047E-F91A-4F2B-9717-0B8EC657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62425"/>
            <a:ext cx="2524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E0819-9699-46F1-BA61-0B83E67D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81475"/>
            <a:ext cx="2409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69248-C639-4E63-8BE4-047ABBC0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9625"/>
            <a:ext cx="2524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ED6D7-C726-41C9-8CE2-9C468BDF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38675"/>
            <a:ext cx="2409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Pandas + NumPy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D7524-DFD0-4421-8FBE-EE91F250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2049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B80F36"/>
          </a:solidFill>
          <a:ln xmlns:a="http://schemas.openxmlformats.org/drawingml/2006/main" w="9525">
            <a:solidFill>
              <a:srgbClr val="B80F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9D9A5-B036-474B-9D1D-3A68A380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3143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GRADESENSE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E7C15F-6845-4894-9B8F-85259795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76875"/>
            <a:ext cx="7810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EF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EFE6"/>
                </a:solidFill>
                <a:latin typeface="Arial"/>
                <a:ea typeface="Arial"/>
                <a:cs typeface="Arial"/>
              </a:rPr>
              <a:t>AI-powered intelligent process optimization platform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4FF22D-E30F-475A-A66B-AB83D4C1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72250"/>
            <a:ext cx="12049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F62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25D"/>
                </a:solidFill>
                <a:latin typeface="Arial"/>
                <a:ea typeface="Arial"/>
                <a:cs typeface="Arial"/>
              </a:rPr>
              <a:t>Honeywell Hackathon Submission  ·  Bhavuk Mahajan  ·  Candidate ID 20484629</a:t>
            </a:r>
          </a:p>
        </p:txBody>
      </p:sp>
    </p:spTree>
    <p:extLst>
      <p:ext uri="{BB962C8B-B14F-4D97-AF65-F5344CB8AC3E}">
        <p14:creationId xmlns:p14="http://schemas.microsoft.com/office/powerpoint/2010/main" val="1019141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2026-07-26T17:09:58.3350000Z</dcterms:created>
  <dcterms:modified xsi:type="dcterms:W3CDTF">2026-07-26T17:09:58.3360000Z</dcterms:modified>
</coreProperties>
</file>