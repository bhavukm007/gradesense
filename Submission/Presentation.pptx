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994bbb586487b" /><Relationship Type="http://schemas.openxmlformats.org/officeDocument/2006/relationships/extended-properties" Target="/docProps/app.xml" Id="R8fd03072a7214728" /><Relationship Type="http://schemas.openxmlformats.org/officeDocument/2006/relationships/officeDocument" Target="/ppt/presentation.xml" Id="Rca5db42091734f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e4d98aad354c42"/>
  </p:sldMasterIdLst>
  <p:notesMasterIdLst>
    <p:notesMasterId xmlns:r="http://schemas.openxmlformats.org/officeDocument/2006/relationships" r:id="R6b9652a3c9314d85"/>
  </p:notesMasterIdLst>
  <p:sldIdLst>
    <p:sldId xmlns:r="http://schemas.openxmlformats.org/officeDocument/2006/relationships" id="256" r:id="R8ebbb4b6e24044f1"/>
    <p:sldId xmlns:r="http://schemas.openxmlformats.org/officeDocument/2006/relationships" id="257" r:id="R9a7d658f5fd24cae"/>
    <p:sldId xmlns:r="http://schemas.openxmlformats.org/officeDocument/2006/relationships" id="258" r:id="Re8c00ee31b4946a1"/>
    <p:sldId xmlns:r="http://schemas.openxmlformats.org/officeDocument/2006/relationships" id="259" r:id="R049ea101d80c4fc1"/>
    <p:sldId xmlns:r="http://schemas.openxmlformats.org/officeDocument/2006/relationships" id="260" r:id="R31f27475a5404ca0"/>
    <p:sldId xmlns:r="http://schemas.openxmlformats.org/officeDocument/2006/relationships" id="261" r:id="R66a91411077649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c0ca1b25424dd3" /><Relationship Type="http://schemas.openxmlformats.org/officeDocument/2006/relationships/slideMaster" Target="/ppt/slideMasters/slideMaster1.xml" Id="Rb4e4d98aad354c42" /><Relationship Type="http://schemas.openxmlformats.org/officeDocument/2006/relationships/notesMaster" Target="/ppt/notesMasters/notesMaster1.xml" Id="R6b9652a3c9314d85" /><Relationship Type="http://schemas.openxmlformats.org/officeDocument/2006/relationships/presProps" Target="/ppt/presProps.xml" Id="R944fca8f8b364ea4" /><Relationship Type="http://schemas.openxmlformats.org/officeDocument/2006/relationships/viewProps" Target="/ppt/viewProps.xml" Id="Rdceae73bfe204c2b" /><Relationship Type="http://schemas.openxmlformats.org/officeDocument/2006/relationships/tableStyles" Target="/ppt/tableStyles.xml" Id="R640649eb0d6e4dd0" /><Relationship Type="http://schemas.openxmlformats.org/officeDocument/2006/relationships/slide" Target="/ppt/slides/slide1.xml" Id="R8ebbb4b6e24044f1" /><Relationship Type="http://schemas.openxmlformats.org/officeDocument/2006/relationships/slide" Target="/ppt/slides/slide2.xml" Id="R9a7d658f5fd24cae" /><Relationship Type="http://schemas.openxmlformats.org/officeDocument/2006/relationships/slide" Target="/ppt/slides/slide3.xml" Id="Re8c00ee31b4946a1" /><Relationship Type="http://schemas.openxmlformats.org/officeDocument/2006/relationships/slide" Target="/ppt/slides/slide4.xml" Id="R049ea101d80c4fc1" /><Relationship Type="http://schemas.openxmlformats.org/officeDocument/2006/relationships/slide" Target="/ppt/slides/slide5.xml" Id="R31f27475a5404ca0" /><Relationship Type="http://schemas.openxmlformats.org/officeDocument/2006/relationships/slide" Target="/ppt/slides/slide6.xml" Id="R66a91411077649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099b9dcec14c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879ece9b54250" /><Relationship Type="http://schemas.openxmlformats.org/officeDocument/2006/relationships/notesMaster" Target="/ppt/notesMasters/notesMaster1.xml" Id="R70f00427ac3547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7b583c8aca4ed5" /><Relationship Type="http://schemas.openxmlformats.org/officeDocument/2006/relationships/notesMaster" Target="/ppt/notesMasters/notesMaster1.xml" Id="R2ef10be678b74c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008fbc3d5468e" /><Relationship Type="http://schemas.openxmlformats.org/officeDocument/2006/relationships/notesMaster" Target="/ppt/notesMasters/notesMaster1.xml" Id="Rebcd6567ae2747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3d7970d75c48c9" /><Relationship Type="http://schemas.openxmlformats.org/officeDocument/2006/relationships/notesMaster" Target="/ppt/notesMasters/notesMaster1.xml" Id="R2fdeb40118c842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e6625150b04c28" /><Relationship Type="http://schemas.openxmlformats.org/officeDocument/2006/relationships/notesMaster" Target="/ppt/notesMasters/notesMaster1.xml" Id="Ra451970bb5df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d1c5efe888494a" /><Relationship Type="http://schemas.openxmlformats.org/officeDocument/2006/relationships/notesMaster" Target="/ppt/notesMasters/notesMaster1.xml" Id="R4dd4c4f78d3e49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README.md</a:t>
            </a:r>
          </a:p>
          <a:p xmlns:a="http://schemas.openxmlformats.org/drawingml/2006/main">
            <a:r>
              <a:t>No external assets or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README.md and docs/MODEL_OVERVIEW.md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assets or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docs/SYSTEM_ARCHITECTURE.md, docker-compose.yml, backend/app, frontend/src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assets or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frontend/src/pages, frontend/src/components/live, backend/app/services/streaming.py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assets or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docs/SYSTEM_ARCHITECTURE.md and backend/app/services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Impact wording is directional; no unvalidated ROI figures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README.md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docs/SYSTEM_ARCHITECTURE.md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docs/MODEL_OVERVIEW.md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docs/API_REFERENCE.md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docs/DEPLOYMENT.md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assets or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d336670384f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111f71c054e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f577a181742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75d2d69244d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af37452ff47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f0f44306b4d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cdf185eb64f9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34770d0d246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639ea8e8c42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c7d79fa78450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df54b8ac64be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F358AC-4DD8-4937-8825-B807E8A0E1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5311F32-7D59-40CC-B200-8E3707780C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B59E59-61BF-4DE6-9D61-F506706A4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28256E-1021-47F6-93A3-C7D234D650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FEB161-4CC4-4B78-8E63-CC622D8A9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06BB14-4F22-47F2-B3DA-2700FB57F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F6F24A-4367-49F9-8633-74D4183C9B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592478-B63C-4F32-9EE5-0A228AF63B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6B6AFF-FB70-4A7A-991A-5B0E5726DD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1930F3-2BB1-480D-931A-3454AECA0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F80B92-1CB4-486A-80A7-58E76C4C8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A5442C-0E41-42C0-A385-15DC4CACD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72FC2E-A4FA-480D-A3B5-6DF273A7FD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A4331-8F55-40AC-8FC1-2D44F0E9F6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15FBFB-441A-4854-996C-0E2F8BDD4E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2C7BAE-4A9B-4FD5-B108-F1D78D0DB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F50F3B-A682-4353-A214-2F5DA1D7AA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195978-DACD-4E8E-B1E4-7C4A649F68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217663-AF61-45BF-ADD7-D1442D5A91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43BC31-D83F-4A93-8507-D3FF5169B1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3FB3F0-5598-4841-9743-22912E5004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10762D-75AD-43D3-9AC4-1331DF6B8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C630F1-8689-4DDC-BDAB-AC0F016A59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E96E7C-F39E-4A3B-9B73-5BA325E824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3E86B4B-CF78-4C24-B37B-054B042534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1DEFAD-BF66-461B-9E82-7D5ECC8129E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3E7589-E20E-41DD-9E15-B38D5C037D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7/24/2026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D9160E-1597-41CB-A406-E7F9C50E82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2E8EFA-6879-4F96-9F58-4967F62C5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9BA7B6-2999-4103-A2F7-8FB740300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E5291A-9305-4D5A-AC5F-B46563937E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7/24/2026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996CBA-3575-42BF-89E8-60A51297EE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549FE6-74C7-472A-A740-E6BB4B035B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BF8481-E60C-45A7-88EA-6708BF459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7/24/2026</a:t>
            </a:fld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384EEE-4992-4343-AB83-E30FA16B00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EA320E-4F77-4A8F-95F9-9C19BC310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9ED5E5-A9E7-4A8C-80DD-4AFD663CC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F1553F-9FB6-4F92-8907-059324BEF1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4D1ABC-F195-4B0A-9C49-1A17DE7376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5B2ED5-A34B-4D35-BE92-2596BEC24C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7ABFC0-A409-4A77-9F42-531B260EC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46900C-BBC1-4FF5-8E85-990882CD1A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F26EBC-F566-4975-8ABD-943A5FD68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C135AE1-D7A3-41A4-AC30-155987FE994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72851F-9E1B-4722-8E3E-BFD601131E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EE616A-A5BD-4DD0-B4DC-9F4A2F7591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BB16B6-84AB-48B4-8D5C-650848DE05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92EE4D-E119-457D-A811-EEC4A1EBD6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A5425A-AF27-40AB-BA67-9EFF500BC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AFF8F1-C066-44B3-AAB8-07E1A4CF52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1D75B1-0101-4566-85E8-CEEB92B819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11B8EE-4605-43B8-9D06-ABCEE84FD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8F4BEB-B666-4FA0-A217-B65EE03097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0C0692A-B884-4A56-9754-42EB507FAD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E93366-3392-45E2-B558-6D5AFE91A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8A2AA2-0F01-473C-AA03-DB8FFFED1B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D092F1-C21E-4D1C-8544-0B77A30EFE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58ED9E-BB29-449C-B6E3-E3567DEBA6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4d864d5c6344b2" /><Relationship Type="http://schemas.openxmlformats.org/officeDocument/2006/relationships/slideLayout" Target="/ppt/slideLayouts/slideLayout1.xml" Id="R603d39083e93497e" /><Relationship Type="http://schemas.openxmlformats.org/officeDocument/2006/relationships/slideLayout" Target="/ppt/slideLayouts/slideLayout2.xml" Id="Ra548e1afa2844bea" /><Relationship Type="http://schemas.openxmlformats.org/officeDocument/2006/relationships/slideLayout" Target="/ppt/slideLayouts/slideLayout3.xml" Id="R25f8c44506e649ec" /><Relationship Type="http://schemas.openxmlformats.org/officeDocument/2006/relationships/slideLayout" Target="/ppt/slideLayouts/slideLayout4.xml" Id="R502b7ee3987d4dc1" /><Relationship Type="http://schemas.openxmlformats.org/officeDocument/2006/relationships/slideLayout" Target="/ppt/slideLayouts/slideLayout5.xml" Id="Ra86f4deea7e242b4" /><Relationship Type="http://schemas.openxmlformats.org/officeDocument/2006/relationships/slideLayout" Target="/ppt/slideLayouts/slideLayout6.xml" Id="R32b0a28e48544792" /><Relationship Type="http://schemas.openxmlformats.org/officeDocument/2006/relationships/slideLayout" Target="/ppt/slideLayouts/slideLayout7.xml" Id="Rec0c399c17ed4850" /><Relationship Type="http://schemas.openxmlformats.org/officeDocument/2006/relationships/slideLayout" Target="/ppt/slideLayouts/slideLayout8.xml" Id="R4e8981584a8d4515" /><Relationship Type="http://schemas.openxmlformats.org/officeDocument/2006/relationships/slideLayout" Target="/ppt/slideLayouts/slideLayout9.xml" Id="R15dc9af4ac724b86" /><Relationship Type="http://schemas.openxmlformats.org/officeDocument/2006/relationships/slideLayout" Target="/ppt/slideLayouts/slideLayout10.xml" Id="R29e2cca842044bfe" /><Relationship Type="http://schemas.openxmlformats.org/officeDocument/2006/relationships/slideLayout" Target="/ppt/slideLayouts/slideLayout11.xml" Id="Rc1895939e1994f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0584CDA-95B7-488E-ADAE-9210D4044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E992E5-00CA-48A4-B8A4-D6CA465015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A841FDB-BF9F-483B-82D8-E2600C2FDE8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145C47-3BD7-4454-A0DF-42992EAB91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B68189-E895-4237-985D-B2D1217F11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3d39083e93497e"/>
    <p:sldLayoutId xmlns:r="http://schemas.openxmlformats.org/officeDocument/2006/relationships" id="2147483650" r:id="Ra548e1afa2844bea"/>
    <p:sldLayoutId xmlns:r="http://schemas.openxmlformats.org/officeDocument/2006/relationships" id="2147483651" r:id="R25f8c44506e649ec"/>
    <p:sldLayoutId xmlns:r="http://schemas.openxmlformats.org/officeDocument/2006/relationships" id="2147483652" r:id="R502b7ee3987d4dc1"/>
    <p:sldLayoutId xmlns:r="http://schemas.openxmlformats.org/officeDocument/2006/relationships" id="2147483653" r:id="Ra86f4deea7e242b4"/>
    <p:sldLayoutId xmlns:r="http://schemas.openxmlformats.org/officeDocument/2006/relationships" id="2147483654" r:id="R32b0a28e48544792"/>
    <p:sldLayoutId xmlns:r="http://schemas.openxmlformats.org/officeDocument/2006/relationships" id="2147483655" r:id="Rec0c399c17ed4850"/>
    <p:sldLayoutId xmlns:r="http://schemas.openxmlformats.org/officeDocument/2006/relationships" id="2147483656" r:id="R4e8981584a8d4515"/>
    <p:sldLayoutId xmlns:r="http://schemas.openxmlformats.org/officeDocument/2006/relationships" id="2147483657" r:id="R15dc9af4ac724b86"/>
    <p:sldLayoutId xmlns:r="http://schemas.openxmlformats.org/officeDocument/2006/relationships" id="2147483658" r:id="R29e2cca842044bfe"/>
    <p:sldLayoutId xmlns:r="http://schemas.openxmlformats.org/officeDocument/2006/relationships" id="2147483659" r:id="Rc1895939e1994fb8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4af0bc4c1e4509" /><Relationship Type="http://schemas.openxmlformats.org/officeDocument/2006/relationships/notesSlide" Target="/ppt/notesSlides/notesSlide1.xml" Id="Rc15ac96496e94f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def6f0d9c4bdc" /><Relationship Type="http://schemas.openxmlformats.org/officeDocument/2006/relationships/notesSlide" Target="/ppt/notesSlides/notesSlide2.xml" Id="R598904259a6a42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2618ab9664079" /><Relationship Type="http://schemas.openxmlformats.org/officeDocument/2006/relationships/notesSlide" Target="/ppt/notesSlides/notesSlide3.xml" Id="R7e39a8bf24a44a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03ed73ff1d4690" /><Relationship Type="http://schemas.openxmlformats.org/officeDocument/2006/relationships/notesSlide" Target="/ppt/notesSlides/notesSlide4.xml" Id="R0af26802cd5c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c3b4b249749c5" /><Relationship Type="http://schemas.openxmlformats.org/officeDocument/2006/relationships/notesSlide" Target="/ppt/notesSlides/notesSlide5.xml" Id="Rabb3b073108a4a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e5b62864a49a6" /><Relationship Type="http://schemas.openxmlformats.org/officeDocument/2006/relationships/notesSlide" Target="/ppt/notesSlides/notesSlide6.xml" Id="R4dff530c2c214e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GradeSense Final Submission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6" name="Subtitle 3">
            <a:extLst xmlns:a="http://schemas.openxmlformats.org/drawingml/2006/main"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69" y="-365784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GRADESENSE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4" y="1203454"/>
            <a:ext cx="592455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Explainable AI for Paper Grade Transitions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Early prediction of off-spec risk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Safe, explainable operator guidance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Honeywell Hackathon | GradeSense Team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441CD315-56E6-4B8B-AC8B-BFC235C4D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PROBLEM STATEMENT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F559522C-4BBC-4917-A27E-EEDA7082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332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 u="sng">
                <a:latin typeface="Arial"/>
                <a:ea typeface="Arial"/>
                <a:cs typeface="Arial"/>
              </a:rPr>
              <a:t>Paper grade transitions are difficult to stabilize because quality depends on interacting variables over time.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t>Off-spec behavior is often detected after material has already been produced.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t>Sensor trends, confidence, alerts, and historical outcomes are fragmented.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Black-box predictions do not explain why risk changed or which action is safe.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GradeSense must predict early, explain clearly, recommend safely, and keep operators in control.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02C5B-06C5-4ACE-ABB2-F355FBB02B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172322F-9741-4742-997B-621561B676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GradeSense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577261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2728589-528F-456B-A54E-21D72BB7B2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ARCHITECTURE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887A732D-A272-4074-905A-590AC908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React + TypeScript dashboard -&gt; FastAPI REST and WebSocket layer -&gt; domain services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Snapshot ML + direct-horizon forecasting -&gt; explainability + constraint-aware recommendation engine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SQLAlchemy + PostgreSQL/SQLite persist predictions, alerts, decisions, outcomes, audit, and model registry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Docker, Nginx, Alembic, health checks, and read-only model artifacts support deployment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172D1-BFCF-4143-95A2-87D8A79726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9B2002B-47CA-45AC-BC1C-9ACC569952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GradeSense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2650527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42885E2-060A-4AEF-BB48-37B751AD55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DASHBOARD + AI PIPELINE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F5BEE7BB-7277-4E8A-8786-84DB0A9B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307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Dashboard: live trends, off-spec risk, alerts, recommendations, analytics, history, and system health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AI pipeline: validate -&gt; engineer features -&gt; predict/forecast -&gt; explain -&gt; constrain -&gt; simulate -&gt; rank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WebSocket events keep sensor updates, predictions, drift, alerts, and recommendations synchronized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2C5C9C-1225-48A6-8F81-98A54F9E8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6AB9A-5F9E-5F59-51AB-3C8734130965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4B0767-2F2D-4B0F-B022-BA362FD509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BUSINESS IMPACT + INNOVATION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Earlier risk visibility supports intervention before quality drift becomes avoidable waste.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Direct-horizon forecasting projects the transition without recursive error accumulation.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Recommendations are constraint-checked and simulated against a persisted baseline.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Explanations, operator decisions, and observed outcomes create an auditable learning loop.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09D7DE6-9ABA-4227-A19C-1BF45F8E36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9B7969C-94D0-442F-97D8-2F61150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222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GradeSense repository: README.md | docs/SYSTEM_ARCHITECTURE.md | docs/MODEL_OVERVIEW.md | docs/API_REFERENCE.md | docs/DEPLOYMENT.md | backend/app | frontend/src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78026B-3ED8-498E-AFDD-151B4E1B51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18EBF17-90B1-430C-BBEF-DF92627C0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2026-07-26T15:18:16.5190000Z</dcterms:created>
  <dcterms:modified xsi:type="dcterms:W3CDTF">2026-07-26T15:18:16.5190000Z</dcterms:modified>
</coreProperties>
</file>