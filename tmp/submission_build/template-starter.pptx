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c696f9408241a3" /><Relationship Type="http://schemas.openxmlformats.org/officeDocument/2006/relationships/extended-properties" Target="/docProps/app.xml" Id="Rec6699a2d2494397" /><Relationship Type="http://schemas.openxmlformats.org/officeDocument/2006/relationships/officeDocument" Target="/ppt/presentation.xml" Id="R99031692b0354d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162501d7f14d7e"/>
  </p:sldMasterIdLst>
  <p:notesMasterIdLst>
    <p:notesMasterId xmlns:r="http://schemas.openxmlformats.org/officeDocument/2006/relationships" r:id="R69cb01713b464f77"/>
  </p:notesMasterIdLst>
  <p:sldIdLst>
    <p:sldId xmlns:r="http://schemas.openxmlformats.org/officeDocument/2006/relationships" id="256" r:id="Rebe9f883543f45bf"/>
    <p:sldId xmlns:r="http://schemas.openxmlformats.org/officeDocument/2006/relationships" id="257" r:id="R01e5d9c31d4e4027"/>
    <p:sldId xmlns:r="http://schemas.openxmlformats.org/officeDocument/2006/relationships" id="258" r:id="R529b56d7d9604aeb"/>
    <p:sldId xmlns:r="http://schemas.openxmlformats.org/officeDocument/2006/relationships" id="259" r:id="R664ad813a15d4da6"/>
    <p:sldId xmlns:r="http://schemas.openxmlformats.org/officeDocument/2006/relationships" id="260" r:id="Rb19db1b9d084456b"/>
    <p:sldId xmlns:r="http://schemas.openxmlformats.org/officeDocument/2006/relationships" id="261" r:id="R19fbb7bb330a46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73076341664b89" /><Relationship Type="http://schemas.openxmlformats.org/officeDocument/2006/relationships/slideMaster" Target="/ppt/slideMasters/slideMaster1.xml" Id="R24162501d7f14d7e" /><Relationship Type="http://schemas.openxmlformats.org/officeDocument/2006/relationships/notesMaster" Target="/ppt/notesMasters/notesMaster1.xml" Id="R69cb01713b464f77" /><Relationship Type="http://schemas.openxmlformats.org/officeDocument/2006/relationships/presProps" Target="/ppt/presProps.xml" Id="R86c6cfde0b0b43a3" /><Relationship Type="http://schemas.openxmlformats.org/officeDocument/2006/relationships/viewProps" Target="/ppt/viewProps.xml" Id="R1f2eb7aa1c484383" /><Relationship Type="http://schemas.openxmlformats.org/officeDocument/2006/relationships/tableStyles" Target="/ppt/tableStyles.xml" Id="R439a3768b80a43b8" /><Relationship Type="http://schemas.openxmlformats.org/officeDocument/2006/relationships/slide" Target="/ppt/slides/slide1.xml" Id="Rebe9f883543f45bf" /><Relationship Type="http://schemas.openxmlformats.org/officeDocument/2006/relationships/slide" Target="/ppt/slides/slide2.xml" Id="R01e5d9c31d4e4027" /><Relationship Type="http://schemas.openxmlformats.org/officeDocument/2006/relationships/slide" Target="/ppt/slides/slide3.xml" Id="R529b56d7d9604aeb" /><Relationship Type="http://schemas.openxmlformats.org/officeDocument/2006/relationships/slide" Target="/ppt/slides/slide4.xml" Id="R664ad813a15d4da6" /><Relationship Type="http://schemas.openxmlformats.org/officeDocument/2006/relationships/slide" Target="/ppt/slides/slide5.xml" Id="Rb19db1b9d084456b" /><Relationship Type="http://schemas.openxmlformats.org/officeDocument/2006/relationships/slide" Target="/ppt/slides/slide6.xml" Id="R19fbb7bb330a46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901f292b9b46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27fa7aee3742cd" /><Relationship Type="http://schemas.openxmlformats.org/officeDocument/2006/relationships/notesMaster" Target="/ppt/notesMasters/notesMaster1.xml" Id="R9156107339a342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f428c0aa6d44fd" /><Relationship Type="http://schemas.openxmlformats.org/officeDocument/2006/relationships/notesMaster" Target="/ppt/notesMasters/notesMaster1.xml" Id="Rb4195545b72541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e462b1cc24f42" /><Relationship Type="http://schemas.openxmlformats.org/officeDocument/2006/relationships/notesMaster" Target="/ppt/notesMasters/notesMaster1.xml" Id="R3a75fe63500244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8774d38b0a479f" /><Relationship Type="http://schemas.openxmlformats.org/officeDocument/2006/relationships/notesMaster" Target="/ppt/notesMasters/notesMaster1.xml" Id="R70f3777559e34a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875a65128d42bf" /><Relationship Type="http://schemas.openxmlformats.org/officeDocument/2006/relationships/notesMaster" Target="/ppt/notesMasters/notesMaster1.xml" Id="Re9376808df354c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6cab9923db4242" /><Relationship Type="http://schemas.openxmlformats.org/officeDocument/2006/relationships/notesMaster" Target="/ppt/notesMasters/notesMaster1.xml" Id="R4a82f3faa69b41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7c9146bdd49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82654967b64d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658b2a48f4eb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f8738df5849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7894a72d9342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86e5460b546f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169e22cbe4ed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2486c76aa3473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517c657a1481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d6794170c45d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efebb3f0543b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973010-25E5-4CCE-90DA-115D49A3A5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058B85D-F814-4FF1-A755-2B35C151CE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133CF5-D305-40D8-BA34-0D8C29C1AB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3AC8BC-A3E0-4034-B642-940D47F7C2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58298F-2872-4CFC-B789-792C7169BCB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7DF429-2D3C-40E1-8393-CCF41BBA63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6B0D5B1-089F-446B-862C-6F17FA37320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5FE46F-7F62-435C-B4E0-1F17B4C1D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09CECC-E945-41F0-A199-E9867E994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E067ADD-B6C9-4B11-A903-A2980254E8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4A9AD8A-9ACE-43BD-B4C6-A88DDBF460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509EA1-A56C-4169-B81C-41A9F154DA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95F695-CF5D-4CF9-AE97-97416EBF9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B224C7-FD19-4262-8FAC-927A505960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3BA666-4597-42A0-80FB-B6CF989674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F8E4FD-240B-4438-B2ED-2ECFC2CD06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AF5D3CD-97D9-4272-9B89-7D467C0EE0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714415E2-8AC6-4C1A-A2E2-58A24F3C5B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386AE4-21A2-4DC6-B3F5-9443159CB0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C36EA5-8D69-4082-9185-C0452FC4B6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0C4562-B7AF-4510-B076-16E9700AAE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503408-F6E5-466D-97DA-C9CD5A40FC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DC8B78-3F13-4A38-B565-68066B2BA6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4D1A54-AE85-4426-A82B-9902916432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4B02A28-0954-41A1-804E-F56724C8BA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D2E8248-28F9-4B68-919D-C873D83C536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805788-2541-49E4-A19B-7E7105201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7/24/2026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E44227-26F4-45D8-AC72-D72B657784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83F681-587D-412B-819F-C9A4A5818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EFBD24-3339-488F-A96C-74FBF30390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0E48A1-FFA3-4772-B45D-1FBE7E1DB4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7/24/2026</a:t>
            </a:fld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A8B1095-66E7-4E67-8298-130486F6DF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D36EA7-6987-497B-B757-9FB42B844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AFBC51-DFEF-4858-A1BA-20132BBA16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7/24/2026</a:t>
            </a:fld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0691EC-8FF7-4B91-B4A3-1C031F11D9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D1E496-F232-4726-80C6-FADFB3DBAB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102A2A-D41B-489D-BA33-67A5FF4809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B8A344-0303-4B77-AF90-E739A30574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5A053F9-B1C8-410D-8C25-BD0C1A1C77D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A4E4A0-26DE-4EFC-8E52-36DC394DF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5BD37E-A806-42F2-8082-675730AD96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7D63667-7084-4D95-B585-6A241D624D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F31653-E5BF-497A-97D0-C7128762FA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A8B3DC2-360C-45C7-A890-B48A39F719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F262B1-57B7-4ACC-A38F-9A6130E553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089237-9E52-47DB-9210-CE7F376B5C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7/24/2026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648C75-53A1-49E9-9B26-E560F849CD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052E30F-EA18-4A37-BFDF-8B8EC4F768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C9A0EBC-D991-423B-A050-CBDA572116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008739-5664-4573-BF91-0D9B720FEC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5D118E-5B20-4784-8071-8D5550963D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44D85E-1251-435B-BEAA-E3BA6C33F8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39818C-D816-477F-9416-979D1FBBBC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F75E78F-1E6B-43F6-85EB-057951810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0F787E-9D04-4E2C-B039-60292CC6CB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06C8B09-C214-4FA6-85A1-96591E3CC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A09806-4DE5-4878-9CD5-BFF0B5B8C0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33EFCD-18C2-42BB-BB3B-B39B7683A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04813614594bee" /><Relationship Type="http://schemas.openxmlformats.org/officeDocument/2006/relationships/slideLayout" Target="/ppt/slideLayouts/slideLayout1.xml" Id="R1473838de749475f" /><Relationship Type="http://schemas.openxmlformats.org/officeDocument/2006/relationships/slideLayout" Target="/ppt/slideLayouts/slideLayout2.xml" Id="Rfde74a07f4f94e18" /><Relationship Type="http://schemas.openxmlformats.org/officeDocument/2006/relationships/slideLayout" Target="/ppt/slideLayouts/slideLayout3.xml" Id="R7f29770d0a614bd7" /><Relationship Type="http://schemas.openxmlformats.org/officeDocument/2006/relationships/slideLayout" Target="/ppt/slideLayouts/slideLayout4.xml" Id="Rae10910afe9e4be1" /><Relationship Type="http://schemas.openxmlformats.org/officeDocument/2006/relationships/slideLayout" Target="/ppt/slideLayouts/slideLayout5.xml" Id="Rf9bd73aa81c64a77" /><Relationship Type="http://schemas.openxmlformats.org/officeDocument/2006/relationships/slideLayout" Target="/ppt/slideLayouts/slideLayout6.xml" Id="Ra6c79057a6814c4a" /><Relationship Type="http://schemas.openxmlformats.org/officeDocument/2006/relationships/slideLayout" Target="/ppt/slideLayouts/slideLayout7.xml" Id="R689568d5c5b74960" /><Relationship Type="http://schemas.openxmlformats.org/officeDocument/2006/relationships/slideLayout" Target="/ppt/slideLayouts/slideLayout8.xml" Id="R7764a1dfe5894b7c" /><Relationship Type="http://schemas.openxmlformats.org/officeDocument/2006/relationships/slideLayout" Target="/ppt/slideLayouts/slideLayout9.xml" Id="R9b46a56e96da4b1b" /><Relationship Type="http://schemas.openxmlformats.org/officeDocument/2006/relationships/slideLayout" Target="/ppt/slideLayouts/slideLayout10.xml" Id="R2ba2edc79f014e9c" /><Relationship Type="http://schemas.openxmlformats.org/officeDocument/2006/relationships/slideLayout" Target="/ppt/slideLayouts/slideLayout11.xml" Id="R6230387395b544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2513CD8-818D-4CBE-AF2F-E25C60A75B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E91228-662A-4B2F-A00E-3DCB44F208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990430-90CC-483E-90C8-39685D58E4C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7/24/2026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DFBFF7-8E64-4C46-B90A-9404B03828E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E62547-E558-4906-860D-4398485F59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3838de749475f"/>
    <p:sldLayoutId xmlns:r="http://schemas.openxmlformats.org/officeDocument/2006/relationships" id="2147483650" r:id="Rfde74a07f4f94e18"/>
    <p:sldLayoutId xmlns:r="http://schemas.openxmlformats.org/officeDocument/2006/relationships" id="2147483651" r:id="R7f29770d0a614bd7"/>
    <p:sldLayoutId xmlns:r="http://schemas.openxmlformats.org/officeDocument/2006/relationships" id="2147483652" r:id="Rae10910afe9e4be1"/>
    <p:sldLayoutId xmlns:r="http://schemas.openxmlformats.org/officeDocument/2006/relationships" id="2147483653" r:id="Rf9bd73aa81c64a77"/>
    <p:sldLayoutId xmlns:r="http://schemas.openxmlformats.org/officeDocument/2006/relationships" id="2147483654" r:id="Ra6c79057a6814c4a"/>
    <p:sldLayoutId xmlns:r="http://schemas.openxmlformats.org/officeDocument/2006/relationships" id="2147483655" r:id="R689568d5c5b74960"/>
    <p:sldLayoutId xmlns:r="http://schemas.openxmlformats.org/officeDocument/2006/relationships" id="2147483656" r:id="R7764a1dfe5894b7c"/>
    <p:sldLayoutId xmlns:r="http://schemas.openxmlformats.org/officeDocument/2006/relationships" id="2147483657" r:id="R9b46a56e96da4b1b"/>
    <p:sldLayoutId xmlns:r="http://schemas.openxmlformats.org/officeDocument/2006/relationships" id="2147483658" r:id="R2ba2edc79f014e9c"/>
    <p:sldLayoutId xmlns:r="http://schemas.openxmlformats.org/officeDocument/2006/relationships" id="2147483659" r:id="R6230387395b544ab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ebdbc97441447f" /><Relationship Type="http://schemas.openxmlformats.org/officeDocument/2006/relationships/notesSlide" Target="/ppt/notesSlides/notesSlide1.xml" Id="Ra5ebc5e5d3b8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3e5eddc1e74135" /><Relationship Type="http://schemas.openxmlformats.org/officeDocument/2006/relationships/notesSlide" Target="/ppt/notesSlides/notesSlide2.xml" Id="Rc09689292766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d5aeb3c10e4ee3" /><Relationship Type="http://schemas.openxmlformats.org/officeDocument/2006/relationships/notesSlide" Target="/ppt/notesSlides/notesSlide3.xml" Id="R087658e9c42546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09175bfd4b446c" /><Relationship Type="http://schemas.openxmlformats.org/officeDocument/2006/relationships/notesSlide" Target="/ppt/notesSlides/notesSlide4.xml" Id="R9ff9584bdef94b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f0f4664724411" /><Relationship Type="http://schemas.openxmlformats.org/officeDocument/2006/relationships/notesSlide" Target="/ppt/notesSlides/notesSlide5.xml" Id="R4a383e1e289c4b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24e742c7f74c1c" /><Relationship Type="http://schemas.openxmlformats.org/officeDocument/2006/relationships/notesSlide" Target="/ppt/notesSlides/notesSlide6.xml" Id="R8c862009a8a745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t>2</a:t>
            </a:fld>
          </a:p>
        </p:txBody>
      </p:sp>
      <p:sp>
        <p:nvSpPr>
          <p:cNvPr id="6" name="Subtitle 3">
            <a:extLst xmlns:a="http://schemas.openxmlformats.org/drawingml/2006/main"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369" y="-365784"/>
            <a:ext cx="8534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274" y="1203454"/>
            <a:ext cx="5924550" cy="46866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Name (Registered on portal)</a:t>
            </a:r>
          </a:p>
          <a:p xmlns:a="http://schemas.openxmlformats.org/drawingml/2006/main">
            <a:pPr marL="285750" indent="-285750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Student ID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8989C0A6-15B8-4092-B0A6-C9CED7D2A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CB6430F0-4156-448D-AECD-DDDBE505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 u="sng">
                <a:latin typeface="Arial"/>
                <a:ea typeface="Arial"/>
                <a:cs typeface="Arial"/>
              </a:rPr>
              <a:t>Proposed Solution (Describe your Idea/Solution/Prototype)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094265-58AF-4E3B-A05B-13D267AD8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70A572E-FA37-4267-B369-1729BAB6E5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908364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08417784-0E02-44F5-9378-88C807C538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DB7F155-0F60-4741-AF98-664B8CE1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DFFD6A-94ED-48D8-BF28-734172A6DC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72C87E8-4F26-4C1A-A6D7-EADBB7BE0D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4095457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F0DF0F-DC13-4277-A4FB-0C5D02A473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6253D7F-A5AD-47FB-A87B-50A2CC0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70034A-232D-4D25-A507-0A54242E1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B614EC5D-C07E-4AA7-A55A-491B1889D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ARTIFACTS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2467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Relevant artifacts, such as :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Copy of the Code Embedded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Snaps of the </a:t>
            </a: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solution proposal</a:t>
            </a:r>
          </a:p>
          <a:p xmlns:a="http://schemas.openxmlformats.org/drawingml/2006/main">
            <a:pPr marL="800100" lvl="1" indent="-342900"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Dashboard snaps</a:t>
            </a:r>
          </a:p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1F4CF3E-2F88-45C8-B9E4-A259F12B84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3825807-0422-473A-A60E-9AC0AF29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6B17B8B-1ED0-4913-9FFE-8CDA6C2D8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455FFD7-6820-496E-8A61-96B9131370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2026-07-26T14:59:23.1120000Z</dcterms:created>
  <dcterms:modified xsi:type="dcterms:W3CDTF">2026-07-26T14:59:23.1120000Z</dcterms:modified>
</coreProperties>
</file>