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139f293ce4f83" /><Relationship Type="http://schemas.openxmlformats.org/officeDocument/2006/relationships/extended-properties" Target="/docProps/app.xml" Id="R35f499b9263e4a30" /><Relationship Type="http://schemas.openxmlformats.org/officeDocument/2006/relationships/officeDocument" Target="/ppt/presentation.xml" Id="R3681b493b44a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ee702e21f84373"/>
  </p:sldMasterIdLst>
  <p:notesMasterIdLst>
    <p:notesMasterId xmlns:r="http://schemas.openxmlformats.org/officeDocument/2006/relationships" r:id="Rcf7f48b804484c71"/>
  </p:notesMasterIdLst>
  <p:sldIdLst>
    <p:sldId xmlns:r="http://schemas.openxmlformats.org/officeDocument/2006/relationships" id="256" r:id="R9b848485f16d463d"/>
    <p:sldId xmlns:r="http://schemas.openxmlformats.org/officeDocument/2006/relationships" id="257" r:id="Re7ca5b51e7194fc1"/>
    <p:sldId xmlns:r="http://schemas.openxmlformats.org/officeDocument/2006/relationships" id="258" r:id="R0c24cb1a2f0a4a22"/>
    <p:sldId xmlns:r="http://schemas.openxmlformats.org/officeDocument/2006/relationships" id="259" r:id="Rab7d8437f73744db"/>
    <p:sldId xmlns:r="http://schemas.openxmlformats.org/officeDocument/2006/relationships" id="260" r:id="R264fd8ac23fe4447"/>
    <p:sldId xmlns:r="http://schemas.openxmlformats.org/officeDocument/2006/relationships" id="261" r:id="R65c4fa3beca544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24f87f0c0e496d" /><Relationship Type="http://schemas.openxmlformats.org/officeDocument/2006/relationships/slideMaster" Target="/ppt/slideMasters/slideMaster1.xml" Id="R2dee702e21f84373" /><Relationship Type="http://schemas.openxmlformats.org/officeDocument/2006/relationships/notesMaster" Target="/ppt/notesMasters/notesMaster1.xml" Id="Rcf7f48b804484c71" /><Relationship Type="http://schemas.openxmlformats.org/officeDocument/2006/relationships/presProps" Target="/ppt/presProps.xml" Id="R6b01c497a06c4a89" /><Relationship Type="http://schemas.openxmlformats.org/officeDocument/2006/relationships/viewProps" Target="/ppt/viewProps.xml" Id="Re927e50a7be7451f" /><Relationship Type="http://schemas.openxmlformats.org/officeDocument/2006/relationships/tableStyles" Target="/ppt/tableStyles.xml" Id="Rc37ef467cc1b4857" /><Relationship Type="http://schemas.openxmlformats.org/officeDocument/2006/relationships/slide" Target="/ppt/slides/slide1.xml" Id="R9b848485f16d463d" /><Relationship Type="http://schemas.openxmlformats.org/officeDocument/2006/relationships/slide" Target="/ppt/slides/slide2.xml" Id="Re7ca5b51e7194fc1" /><Relationship Type="http://schemas.openxmlformats.org/officeDocument/2006/relationships/slide" Target="/ppt/slides/slide3.xml" Id="R0c24cb1a2f0a4a22" /><Relationship Type="http://schemas.openxmlformats.org/officeDocument/2006/relationships/slide" Target="/ppt/slides/slide4.xml" Id="Rab7d8437f73744db" /><Relationship Type="http://schemas.openxmlformats.org/officeDocument/2006/relationships/slide" Target="/ppt/slides/slide5.xml" Id="R264fd8ac23fe4447" /><Relationship Type="http://schemas.openxmlformats.org/officeDocument/2006/relationships/slide" Target="/ppt/slides/slide6.xml" Id="R65c4fa3beca5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7f614e3fa47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7775c2274244ed" /><Relationship Type="http://schemas.openxmlformats.org/officeDocument/2006/relationships/notesMaster" Target="/ppt/notesMasters/notesMaster1.xml" Id="Rf66111c86ad14f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cba01c9c1340e7" /><Relationship Type="http://schemas.openxmlformats.org/officeDocument/2006/relationships/notesMaster" Target="/ppt/notesMasters/notesMaster1.xml" Id="Racb5afb7c4cf4f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5884efb50403d" /><Relationship Type="http://schemas.openxmlformats.org/officeDocument/2006/relationships/notesMaster" Target="/ppt/notesMasters/notesMaster1.xml" Id="R90bcc78ba64f43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758f339d44fe7" /><Relationship Type="http://schemas.openxmlformats.org/officeDocument/2006/relationships/notesMaster" Target="/ppt/notesMasters/notesMaster1.xml" Id="Ra093d7d751c7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a3ba7ace984548" /><Relationship Type="http://schemas.openxmlformats.org/officeDocument/2006/relationships/notesMaster" Target="/ppt/notesMasters/notesMaster1.xml" Id="R50563679674b49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f06a3744c94a7e" /><Relationship Type="http://schemas.openxmlformats.org/officeDocument/2006/relationships/notesMaster" Target="/ppt/notesMasters/notesMaster1.xml" Id="Rf6312d8eadcb43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97df7985f4c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fa7e75c5246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4ab040b3c48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d9408faff4b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5f831ff7f4b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79531790341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2537bf34748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ad27f3ec640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49891b5bd47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b0ce346ef4d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b266145d54b4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F358AC-4DD8-4937-8825-B807E8A0E1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311F32-7D59-40CC-B200-8E3707780C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B59E59-61BF-4DE6-9D61-F506706A4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28256E-1021-47F6-93A3-C7D234D650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FEB161-4CC4-4B78-8E63-CC622D8A9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06BB14-4F22-47F2-B3DA-2700FB57F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F6F24A-4367-49F9-8633-74D4183C9B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592478-B63C-4F32-9EE5-0A228AF63B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6B6AFF-FB70-4A7A-991A-5B0E5726DD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1930F3-2BB1-480D-931A-3454AECA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F80B92-1CB4-486A-80A7-58E76C4C8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A5442C-0E41-42C0-A385-15DC4CACD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72FC2E-A4FA-480D-A3B5-6DF273A7FD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A4331-8F55-40AC-8FC1-2D44F0E9F6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15FBFB-441A-4854-996C-0E2F8BDD4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2C7BAE-4A9B-4FD5-B108-F1D78D0DB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F50F3B-A682-4353-A214-2F5DA1D7AA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195978-DACD-4E8E-B1E4-7C4A649F68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217663-AF61-45BF-ADD7-D1442D5A91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43BC31-D83F-4A93-8507-D3FF5169B1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3FB3F0-5598-4841-9743-22912E5004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10762D-75AD-43D3-9AC4-1331DF6B8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C630F1-8689-4DDC-BDAB-AC0F016A5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E96E7C-F39E-4A3B-9B73-5BA325E824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3E86B4B-CF78-4C24-B37B-054B042534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1DEFAD-BF66-461B-9E82-7D5ECC8129E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3E7589-E20E-41DD-9E15-B38D5C037D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9160E-1597-41CB-A406-E7F9C50E8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2E8EFA-6879-4F96-9F58-4967F62C5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9BA7B6-2999-4103-A2F7-8FB740300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E5291A-9305-4D5A-AC5F-B46563937E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996CBA-3575-42BF-89E8-60A51297E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549FE6-74C7-472A-A740-E6BB4B035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BF8481-E60C-45A7-88EA-6708BF459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384EEE-4992-4343-AB83-E30FA16B00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EA320E-4F77-4A8F-95F9-9C19BC310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9ED5E5-A9E7-4A8C-80DD-4AFD663CC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F1553F-9FB6-4F92-8907-059324BEF1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4D1ABC-F195-4B0A-9C49-1A17DE7376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5B2ED5-A34B-4D35-BE92-2596BEC24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7ABFC0-A409-4A77-9F42-531B260EC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46900C-BBC1-4FF5-8E85-990882CD1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F26EBC-F566-4975-8ABD-943A5FD68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C135AE1-D7A3-41A4-AC30-155987FE994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72851F-9E1B-4722-8E3E-BFD601131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EE616A-A5BD-4DD0-B4DC-9F4A2F7591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B16B6-84AB-48B4-8D5C-650848DE05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92EE4D-E119-457D-A811-EEC4A1EBD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A5425A-AF27-40AB-BA67-9EFF500BC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AFF8F1-C066-44B3-AAB8-07E1A4CF5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1D75B1-0101-4566-85E8-CEEB92B819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11B8EE-4605-43B8-9D06-ABCEE84FD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8F4BEB-B666-4FA0-A217-B65EE03097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0C0692A-B884-4A56-9754-42EB507FAD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E93366-3392-45E2-B558-6D5AFE91A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8A2AA2-0F01-473C-AA03-DB8FFFED1B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D092F1-C21E-4D1C-8544-0B77A30EFE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58ED9E-BB29-449C-B6E3-E3567DEBA6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050e50e6e2421b" /><Relationship Type="http://schemas.openxmlformats.org/officeDocument/2006/relationships/slideLayout" Target="/ppt/slideLayouts/slideLayout1.xml" Id="Rbcae3f101a0e4ff0" /><Relationship Type="http://schemas.openxmlformats.org/officeDocument/2006/relationships/slideLayout" Target="/ppt/slideLayouts/slideLayout2.xml" Id="R6e6c42c3d28f4008" /><Relationship Type="http://schemas.openxmlformats.org/officeDocument/2006/relationships/slideLayout" Target="/ppt/slideLayouts/slideLayout3.xml" Id="Rae92802566424bd4" /><Relationship Type="http://schemas.openxmlformats.org/officeDocument/2006/relationships/slideLayout" Target="/ppt/slideLayouts/slideLayout4.xml" Id="Rdd0372b0093c4ce2" /><Relationship Type="http://schemas.openxmlformats.org/officeDocument/2006/relationships/slideLayout" Target="/ppt/slideLayouts/slideLayout5.xml" Id="R00318016f5b648b7" /><Relationship Type="http://schemas.openxmlformats.org/officeDocument/2006/relationships/slideLayout" Target="/ppt/slideLayouts/slideLayout6.xml" Id="R3fc8d97e1d404e48" /><Relationship Type="http://schemas.openxmlformats.org/officeDocument/2006/relationships/slideLayout" Target="/ppt/slideLayouts/slideLayout7.xml" Id="Rc66199ab16bb41e4" /><Relationship Type="http://schemas.openxmlformats.org/officeDocument/2006/relationships/slideLayout" Target="/ppt/slideLayouts/slideLayout8.xml" Id="R2f0b2b4a4f7c4f82" /><Relationship Type="http://schemas.openxmlformats.org/officeDocument/2006/relationships/slideLayout" Target="/ppt/slideLayouts/slideLayout9.xml" Id="Rf99b150cb5834eb6" /><Relationship Type="http://schemas.openxmlformats.org/officeDocument/2006/relationships/slideLayout" Target="/ppt/slideLayouts/slideLayout10.xml" Id="Rb18af66766024d7d" /><Relationship Type="http://schemas.openxmlformats.org/officeDocument/2006/relationships/slideLayout" Target="/ppt/slideLayouts/slideLayout11.xml" Id="R40a12629cbeb47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584CDA-95B7-488E-ADAE-9210D4044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E992E5-00CA-48A4-B8A4-D6CA465015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841FDB-BF9F-483B-82D8-E2600C2FDE8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145C47-3BD7-4454-A0DF-42992EAB91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B68189-E895-4237-985D-B2D1217F11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e3f101a0e4ff0"/>
    <p:sldLayoutId xmlns:r="http://schemas.openxmlformats.org/officeDocument/2006/relationships" id="2147483650" r:id="R6e6c42c3d28f4008"/>
    <p:sldLayoutId xmlns:r="http://schemas.openxmlformats.org/officeDocument/2006/relationships" id="2147483651" r:id="Rae92802566424bd4"/>
    <p:sldLayoutId xmlns:r="http://schemas.openxmlformats.org/officeDocument/2006/relationships" id="2147483652" r:id="Rdd0372b0093c4ce2"/>
    <p:sldLayoutId xmlns:r="http://schemas.openxmlformats.org/officeDocument/2006/relationships" id="2147483653" r:id="R00318016f5b648b7"/>
    <p:sldLayoutId xmlns:r="http://schemas.openxmlformats.org/officeDocument/2006/relationships" id="2147483654" r:id="R3fc8d97e1d404e48"/>
    <p:sldLayoutId xmlns:r="http://schemas.openxmlformats.org/officeDocument/2006/relationships" id="2147483655" r:id="Rc66199ab16bb41e4"/>
    <p:sldLayoutId xmlns:r="http://schemas.openxmlformats.org/officeDocument/2006/relationships" id="2147483656" r:id="R2f0b2b4a4f7c4f82"/>
    <p:sldLayoutId xmlns:r="http://schemas.openxmlformats.org/officeDocument/2006/relationships" id="2147483657" r:id="Rf99b150cb5834eb6"/>
    <p:sldLayoutId xmlns:r="http://schemas.openxmlformats.org/officeDocument/2006/relationships" id="2147483658" r:id="Rb18af66766024d7d"/>
    <p:sldLayoutId xmlns:r="http://schemas.openxmlformats.org/officeDocument/2006/relationships" id="2147483659" r:id="R40a12629cbeb478f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f2fff2f95452d" /><Relationship Type="http://schemas.openxmlformats.org/officeDocument/2006/relationships/notesSlide" Target="/ppt/notesSlides/notesSlide1.xml" Id="R291c99a58559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c3ab93b394878" /><Relationship Type="http://schemas.openxmlformats.org/officeDocument/2006/relationships/notesSlide" Target="/ppt/notesSlides/notesSlide2.xml" Id="Rcf142b9ea072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e3f4b2e714bfc" /><Relationship Type="http://schemas.openxmlformats.org/officeDocument/2006/relationships/notesSlide" Target="/ppt/notesSlides/notesSlide3.xml" Id="R61a848602f6741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c9470baa645bd" /><Relationship Type="http://schemas.openxmlformats.org/officeDocument/2006/relationships/notesSlide" Target="/ppt/notesSlides/notesSlide4.xml" Id="Rea86cd68ff8a45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fb867f7934513" /><Relationship Type="http://schemas.openxmlformats.org/officeDocument/2006/relationships/notesSlide" Target="/ppt/notesSlides/notesSlide5.xml" Id="R5cf4d0572883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fdd7215ad94e00" /><Relationship Type="http://schemas.openxmlformats.org/officeDocument/2006/relationships/notesSlide" Target="/ppt/notesSlides/notesSlide6.xml" Id="R4951d9a15bcf4d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2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6866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Name (Registered on portal)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ID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41CD315-56E6-4B8B-AC8B-BFC235C4D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F559522C-4BBC-4917-A27E-EEDA708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u="sng">
                <a:latin typeface="Arial"/>
                <a:ea typeface="Arial"/>
                <a:cs typeface="Arial"/>
              </a:rPr>
              <a:t>Proposed Solution (Describe your Idea/Solution/Prototype)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02C5B-06C5-4ACE-ABB2-F355FBB02B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172322F-9741-4742-997B-621561B676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577261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2728589-528F-456B-A54E-21D72BB7B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87A732D-A272-4074-905A-590AC908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172D1-BFCF-4143-95A2-87D8A79726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9B2002B-47CA-45AC-BC1C-9ACC569952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2650527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42885E2-060A-4AEF-BB48-37B751AD5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5BEE7BB-7277-4E8A-8786-84DB0A9B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2C5C9C-1225-48A6-8F81-98A54F9E8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4B0767-2F2D-4B0F-B022-BA362FD50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ARTIFACTS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246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Relevant artifacts, such as :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Copy of the Code Embedded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Snaps of the 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solution proposal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Dashboard snaps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09D7DE6-9ABA-4227-A19C-1BF45F8E36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9B7969C-94D0-442F-97D8-2F61150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78026B-3ED8-498E-AFDD-151B4E1B51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18EBF17-90B1-430C-BBEF-DF92627C0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2026-07-26T15:16:01.7580000Z</dcterms:created>
  <dcterms:modified xsi:type="dcterms:W3CDTF">2026-07-26T15:16:01.7580000Z</dcterms:modified>
</coreProperties>
</file>